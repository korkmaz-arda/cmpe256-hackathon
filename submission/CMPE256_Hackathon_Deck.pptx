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CMPE 256 HACKATHON  —  SJSU,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000000"/>
                </a:solidFill>
                <a:latin typeface="Calibri"/>
              </a:rPr>
              <a:t>Agentic AI Management
Consulting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Pranith Varma Pakalapati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From student to entrepreneur: intelligent AI coworkers for enterprise decision-making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THE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Calibri"/>
              </a:rPr>
              <a:t>A consulting firm, not a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One Manager Agent takes the customer's question and routes it to specialist domain agents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Each agent answers from authoritative documents — not from the model's memory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Findings are consolidated into recommendations with evidence, confidence levels, and measurable next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Calibri"/>
              </a:rPr>
              <a:t>Hierarchical multi-agent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2011680"/>
            <a:ext cx="2651760" cy="9144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Management Consulting
Manager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971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Calibri"/>
              </a:rPr>
              <a:t>intent detection • routing • orchestration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Technology
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Calibri"/>
              </a:rPr>
              <a:t>Cisco • Google Cloud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874519" y="2926080"/>
            <a:ext cx="4206241" cy="82295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29000" y="3749039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Clinical
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4800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Calibri"/>
              </a:rPr>
              <a:t>Agilent diagnostics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4663440" y="2926080"/>
            <a:ext cx="1417320" cy="82295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17920" y="3749039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SEC
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800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Calibri"/>
              </a:rPr>
              <a:t>2025 filings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926080"/>
            <a:ext cx="1371600" cy="82295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06839" y="3749039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Corporate Resp.
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39" y="4800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Calibri"/>
              </a:rPr>
              <a:t>food security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2926080"/>
            <a:ext cx="4160519" cy="82295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66160" y="5486400"/>
            <a:ext cx="5029200" cy="8229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Consulting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6309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Calibri"/>
              </a:rPr>
              <a:t>evidence • insights • next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Calibri"/>
              </a:rPr>
              <a:t>Four specialists, four corpora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Technology — Cisco router documentation, Google Cloud guides, and a 1,000-transaction procurement catalog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Clinical — Agilent Seahorse, NanoZoomer, and Artisan product documentation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SEC — Cisco, Alphabet, and Agilent 2025 SEC filings (10-K risk factors, financials)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Corporate Responsibility — FAO State of Food Security reports 2023 and 2024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Total: about 9,300 chunked passages, each cited by source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Calibri"/>
              </a:rPr>
              <a:t>Grounded answers, ranked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Retrieval-augmented generation: per-domain TF-IDF retrieval, every finding cited as [source #chunk-id]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Recommender: association-rule mining over procurement history — 296 rules with support, confidence, and lift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Explainability: confirmed findings separated from hypotheses; uncertainty flags when evidence is thin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Ambiguity handled: the manager asks for clarification instead of guessing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AGENT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Calibri"/>
              </a:rPr>
              <a:t>Every agent ships with an explicit instruction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Manager: </a:t>
            </a:r>
            <a:r>
              <a:rPr sz="1700">
                <a:solidFill>
                  <a:srgbClr val="000000"/>
                </a:solidFill>
                <a:latin typeface="Calibri"/>
              </a:rPr>
              <a:t>Partner of the firm. Do: detect intent, route (multi-label), consolidate with evidence and next actions, ask when ambiguous. Don't: answer directly, invent evidence, hide uncertainty.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Technology: </a:t>
            </a:r>
            <a:r>
              <a:rPr sz="1700">
                <a:solidFill>
                  <a:srgbClr val="000000"/>
                </a:solidFill>
                <a:latin typeface="Calibri"/>
              </a:rPr>
              <a:t>Senior network consultant. Do: cite Cisco/GCP docs, separate confirmed faults from hypotheses, ask for missing diagnostics. Don't: assume a part failed, recommend incompatible parts.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Clinical: </a:t>
            </a:r>
            <a:r>
              <a:rPr sz="1700">
                <a:solidFill>
                  <a:srgbClr val="000000"/>
                </a:solidFill>
                <a:latin typeface="Calibri"/>
              </a:rPr>
              <a:t>Diagnostics consultant. Do: match assays to Agilent lines, cite product docs, IEEE papers, trial registry. Don't: give patient advice, overstate trial evidence.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SEC: </a:t>
            </a:r>
            <a:r>
              <a:rPr sz="1700">
                <a:solidFill>
                  <a:srgbClr val="000000"/>
                </a:solidFill>
                <a:latin typeface="Calibri"/>
              </a:rPr>
              <a:t>Risk analyst. Do: extract 10-K risk factors, bucket financial/competitive/operational, cite filings. Don't: give investment advice, invent numbers, mix companies.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CSR: </a:t>
            </a:r>
            <a:r>
              <a:rPr sz="1700">
                <a:solidFill>
                  <a:srgbClr val="000000"/>
                </a:solidFill>
                <a:latin typeface="Calibri"/>
              </a:rPr>
              <a:t>ESG advisor. Do: ground in SOFI reports, link tech investments to food-security outcomes. Don't: invent statistics or ESG claims.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PART B  —  MARKET BASKET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Calibri"/>
              </a:rPr>
              <a:t>Whole-cart recommendations, honestly blank when unsure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Single-page UI: full 40-product list stays visible, add to cart, recommendations appear below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Apriori with min support 2 baskets, min confidence 0.10, lift &gt; 1 — 2,181 rules mined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Rules fire on the whole cart only — no partial-basket fallback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No covering pattern → the panel blanks out, even if a smaller cart had recommendations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Demo: two cameras → keypad recommended; D7050 + PG9914 → blank (they co-occur in only 5 baskets)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Open partb/market_basket.html — no server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DEMO  —  THE BRIEF'S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Calibri"/>
              </a:rPr>
              <a:t>“Our Cisco router keeps dropping connections…”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Routed to the Technology Agent with high confidence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Retrieves Cisco troubleshooting docs: WAN errors, SD-WAN misconfiguration, power redundancy, overheating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Asks for missing diagnostics before any part is ordered — hypotheses are labeled, not assumed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Manager consolidates: remediation steps, procurement priority, preventive maintenance, each with impact and a metric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DEMO  —  CROSS-DOMAIN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Calibri"/>
              </a:rPr>
              <a:t>One question, three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“Evaluate Cisco as a strategic vendor: products, financial risks, sustainability alignment”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SEC Agent cites disclosed risk factors from the 10-K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Technology Agent cites product documentation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Corporate Responsibility Agent anchors sustainability to FAO reports — merged into a single recommendation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MEASURED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Calibri"/>
              </a:rPr>
              <a:t>Evaluated, not asserted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Routing: 24/24 correct on single- and cross-domain queries (F1 1.0)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Retrieval: cross-domain precision@5 of 0.825 — the right domain's evidence wins even when all four corpora compete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Recommendation: 296 rules mined; hit-rate@5 of 0.27, MRR@5 of 0.128 on 200 hold-one-out tests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Honest reporting: modest recommender scores are shown as-is; sparse co-purchase data limits rule coverage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Calibri"/>
              </a:rPr>
              <a:t>Every answer ends with what to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Each recommendation states the action, why it fits, the expected impact, and how to measure it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Uncertainty is flagged where evidence is thin — customers see what is verified and what still needs checking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Progress is observable rather than assumed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TRY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Calibri"/>
              </a:rPr>
              <a:t>Runs anywhere — no API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venv/bin/python src/kb_build.py   —  build the knowledge base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venv/bin/python src/demo.py   —  7 demo cases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venv/bin/python src/evaluate.py   —  full metrics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venv/bin/python src/build_submission.py   —  rebuild this write-up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Local CPU only. Prototype at github-style layout: src / data / results /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